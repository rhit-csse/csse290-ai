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1" r:id="rId5"/>
    <p:sldId id="264" r:id="rId6"/>
    <p:sldId id="265" r:id="rId7"/>
    <p:sldId id="263" r:id="rId8"/>
    <p:sldId id="258" r:id="rId9"/>
    <p:sldId id="266" r:id="rId10"/>
    <p:sldId id="259" r:id="rId11"/>
    <p:sldId id="260"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B8598F-A68C-4F23-BEDC-BB57DA2FB0EB}" v="12" dt="2025-10-22T12:44:08.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6" autoAdjust="0"/>
    <p:restoredTop sz="94660"/>
  </p:normalViewPr>
  <p:slideViewPr>
    <p:cSldViewPr snapToGrid="0">
      <p:cViewPr varScale="1">
        <p:scale>
          <a:sx n="86" d="100"/>
          <a:sy n="86" d="100"/>
        </p:scale>
        <p:origin x="10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wner, Mike" userId="7f3f83dd-6dfb-4127-a87f-c1714bd4fac9" providerId="ADAL" clId="{FB6DAF35-5D83-44A6-88B5-68461BA5FF98}"/>
    <pc:docChg chg="custSel addSld modSld sldOrd">
      <pc:chgData name="Hewner, Mike" userId="7f3f83dd-6dfb-4127-a87f-c1714bd4fac9" providerId="ADAL" clId="{FB6DAF35-5D83-44A6-88B5-68461BA5FF98}" dt="2025-10-22T12:58:51.396" v="5341" actId="20577"/>
      <pc:docMkLst>
        <pc:docMk/>
      </pc:docMkLst>
      <pc:sldChg chg="modSp mod">
        <pc:chgData name="Hewner, Mike" userId="7f3f83dd-6dfb-4127-a87f-c1714bd4fac9" providerId="ADAL" clId="{FB6DAF35-5D83-44A6-88B5-68461BA5FF98}" dt="2025-10-21T18:58:47.356" v="514" actId="20577"/>
        <pc:sldMkLst>
          <pc:docMk/>
          <pc:sldMk cId="1870610868" sldId="256"/>
        </pc:sldMkLst>
        <pc:spChg chg="mod">
          <ac:chgData name="Hewner, Mike" userId="7f3f83dd-6dfb-4127-a87f-c1714bd4fac9" providerId="ADAL" clId="{FB6DAF35-5D83-44A6-88B5-68461BA5FF98}" dt="2025-10-21T18:58:47.356" v="514" actId="20577"/>
          <ac:spMkLst>
            <pc:docMk/>
            <pc:sldMk cId="1870610868" sldId="256"/>
            <ac:spMk id="2" creationId="{474AC57B-0B7C-93FD-8273-EF79D613E651}"/>
          </ac:spMkLst>
        </pc:spChg>
      </pc:sldChg>
      <pc:sldChg chg="modSp mod">
        <pc:chgData name="Hewner, Mike" userId="7f3f83dd-6dfb-4127-a87f-c1714bd4fac9" providerId="ADAL" clId="{FB6DAF35-5D83-44A6-88B5-68461BA5FF98}" dt="2025-10-21T18:56:55.203" v="443" actId="20577"/>
        <pc:sldMkLst>
          <pc:docMk/>
          <pc:sldMk cId="1266535990" sldId="257"/>
        </pc:sldMkLst>
        <pc:spChg chg="mod">
          <ac:chgData name="Hewner, Mike" userId="7f3f83dd-6dfb-4127-a87f-c1714bd4fac9" providerId="ADAL" clId="{FB6DAF35-5D83-44A6-88B5-68461BA5FF98}" dt="2025-10-21T18:56:55.203" v="443" actId="20577"/>
          <ac:spMkLst>
            <pc:docMk/>
            <pc:sldMk cId="1266535990" sldId="257"/>
            <ac:spMk id="3" creationId="{F1E8E437-C3DF-CEF7-5B71-4F002C073C50}"/>
          </ac:spMkLst>
        </pc:spChg>
      </pc:sldChg>
      <pc:sldChg chg="modSp mod ord">
        <pc:chgData name="Hewner, Mike" userId="7f3f83dd-6dfb-4127-a87f-c1714bd4fac9" providerId="ADAL" clId="{FB6DAF35-5D83-44A6-88B5-68461BA5FF98}" dt="2025-10-21T19:37:24.082" v="2701" actId="20577"/>
        <pc:sldMkLst>
          <pc:docMk/>
          <pc:sldMk cId="289374928" sldId="258"/>
        </pc:sldMkLst>
        <pc:spChg chg="mod">
          <ac:chgData name="Hewner, Mike" userId="7f3f83dd-6dfb-4127-a87f-c1714bd4fac9" providerId="ADAL" clId="{FB6DAF35-5D83-44A6-88B5-68461BA5FF98}" dt="2025-10-21T19:37:24.082" v="2701" actId="20577"/>
          <ac:spMkLst>
            <pc:docMk/>
            <pc:sldMk cId="289374928" sldId="258"/>
            <ac:spMk id="3" creationId="{E9E0388B-66C7-E621-C900-828935BC6885}"/>
          </ac:spMkLst>
        </pc:spChg>
      </pc:sldChg>
      <pc:sldChg chg="modSp mod">
        <pc:chgData name="Hewner, Mike" userId="7f3f83dd-6dfb-4127-a87f-c1714bd4fac9" providerId="ADAL" clId="{FB6DAF35-5D83-44A6-88B5-68461BA5FF98}" dt="2025-10-22T12:27:54.551" v="3636" actId="20577"/>
        <pc:sldMkLst>
          <pc:docMk/>
          <pc:sldMk cId="646690994" sldId="259"/>
        </pc:sldMkLst>
        <pc:spChg chg="mod">
          <ac:chgData name="Hewner, Mike" userId="7f3f83dd-6dfb-4127-a87f-c1714bd4fac9" providerId="ADAL" clId="{FB6DAF35-5D83-44A6-88B5-68461BA5FF98}" dt="2025-10-22T12:27:54.551" v="3636" actId="20577"/>
          <ac:spMkLst>
            <pc:docMk/>
            <pc:sldMk cId="646690994" sldId="259"/>
            <ac:spMk id="3" creationId="{1A7D381E-1DFC-0595-3EA7-8FCE34B25FC9}"/>
          </ac:spMkLst>
        </pc:spChg>
      </pc:sldChg>
      <pc:sldChg chg="modSp mod">
        <pc:chgData name="Hewner, Mike" userId="7f3f83dd-6dfb-4127-a87f-c1714bd4fac9" providerId="ADAL" clId="{FB6DAF35-5D83-44A6-88B5-68461BA5FF98}" dt="2025-10-22T12:33:17.243" v="4106"/>
        <pc:sldMkLst>
          <pc:docMk/>
          <pc:sldMk cId="2523723875" sldId="260"/>
        </pc:sldMkLst>
        <pc:spChg chg="mod">
          <ac:chgData name="Hewner, Mike" userId="7f3f83dd-6dfb-4127-a87f-c1714bd4fac9" providerId="ADAL" clId="{FB6DAF35-5D83-44A6-88B5-68461BA5FF98}" dt="2025-10-22T12:33:17.243" v="4106"/>
          <ac:spMkLst>
            <pc:docMk/>
            <pc:sldMk cId="2523723875" sldId="260"/>
            <ac:spMk id="3" creationId="{1DD07A9F-7DE6-659D-2448-02052D190B7B}"/>
          </ac:spMkLst>
        </pc:spChg>
      </pc:sldChg>
      <pc:sldChg chg="modSp mod ord">
        <pc:chgData name="Hewner, Mike" userId="7f3f83dd-6dfb-4127-a87f-c1714bd4fac9" providerId="ADAL" clId="{FB6DAF35-5D83-44A6-88B5-68461BA5FF98}" dt="2025-10-21T19:17:11.942" v="1436" actId="20577"/>
        <pc:sldMkLst>
          <pc:docMk/>
          <pc:sldMk cId="2431998226" sldId="261"/>
        </pc:sldMkLst>
        <pc:spChg chg="mod">
          <ac:chgData name="Hewner, Mike" userId="7f3f83dd-6dfb-4127-a87f-c1714bd4fac9" providerId="ADAL" clId="{FB6DAF35-5D83-44A6-88B5-68461BA5FF98}" dt="2025-10-21T19:17:11.942" v="1436" actId="20577"/>
          <ac:spMkLst>
            <pc:docMk/>
            <pc:sldMk cId="2431998226" sldId="261"/>
            <ac:spMk id="3" creationId="{21F5EEE1-F9DB-F156-7556-64A1D4EBF487}"/>
          </ac:spMkLst>
        </pc:spChg>
      </pc:sldChg>
      <pc:sldChg chg="modSp new mod">
        <pc:chgData name="Hewner, Mike" userId="7f3f83dd-6dfb-4127-a87f-c1714bd4fac9" providerId="ADAL" clId="{FB6DAF35-5D83-44A6-88B5-68461BA5FF98}" dt="2025-10-22T12:51:05.535" v="4953" actId="20577"/>
        <pc:sldMkLst>
          <pc:docMk/>
          <pc:sldMk cId="1049199061" sldId="262"/>
        </pc:sldMkLst>
        <pc:spChg chg="mod">
          <ac:chgData name="Hewner, Mike" userId="7f3f83dd-6dfb-4127-a87f-c1714bd4fac9" providerId="ADAL" clId="{FB6DAF35-5D83-44A6-88B5-68461BA5FF98}" dt="2025-10-21T18:59:31.733" v="575" actId="20577"/>
          <ac:spMkLst>
            <pc:docMk/>
            <pc:sldMk cId="1049199061" sldId="262"/>
            <ac:spMk id="2" creationId="{090C233E-632E-5828-A9D0-93291D481021}"/>
          </ac:spMkLst>
        </pc:spChg>
        <pc:spChg chg="mod">
          <ac:chgData name="Hewner, Mike" userId="7f3f83dd-6dfb-4127-a87f-c1714bd4fac9" providerId="ADAL" clId="{FB6DAF35-5D83-44A6-88B5-68461BA5FF98}" dt="2025-10-22T12:51:05.535" v="4953" actId="20577"/>
          <ac:spMkLst>
            <pc:docMk/>
            <pc:sldMk cId="1049199061" sldId="262"/>
            <ac:spMk id="3" creationId="{E48F469A-CC81-D90F-D0CB-1F3B7747ECDC}"/>
          </ac:spMkLst>
        </pc:spChg>
      </pc:sldChg>
      <pc:sldChg chg="modSp new mod">
        <pc:chgData name="Hewner, Mike" userId="7f3f83dd-6dfb-4127-a87f-c1714bd4fac9" providerId="ADAL" clId="{FB6DAF35-5D83-44A6-88B5-68461BA5FF98}" dt="2025-10-21T19:29:59.296" v="1973" actId="20577"/>
        <pc:sldMkLst>
          <pc:docMk/>
          <pc:sldMk cId="2006262998" sldId="263"/>
        </pc:sldMkLst>
        <pc:spChg chg="mod">
          <ac:chgData name="Hewner, Mike" userId="7f3f83dd-6dfb-4127-a87f-c1714bd4fac9" providerId="ADAL" clId="{FB6DAF35-5D83-44A6-88B5-68461BA5FF98}" dt="2025-10-21T19:00:09.679" v="601" actId="20577"/>
          <ac:spMkLst>
            <pc:docMk/>
            <pc:sldMk cId="2006262998" sldId="263"/>
            <ac:spMk id="2" creationId="{BFD0E2D0-CB10-5897-A379-6A4BBAD96A76}"/>
          </ac:spMkLst>
        </pc:spChg>
        <pc:spChg chg="mod">
          <ac:chgData name="Hewner, Mike" userId="7f3f83dd-6dfb-4127-a87f-c1714bd4fac9" providerId="ADAL" clId="{FB6DAF35-5D83-44A6-88B5-68461BA5FF98}" dt="2025-10-21T19:29:59.296" v="1973" actId="20577"/>
          <ac:spMkLst>
            <pc:docMk/>
            <pc:sldMk cId="2006262998" sldId="263"/>
            <ac:spMk id="3" creationId="{A9161CF0-BB63-CCAB-D7D4-94A8A962FCB0}"/>
          </ac:spMkLst>
        </pc:spChg>
      </pc:sldChg>
      <pc:sldChg chg="addSp delSp modSp new mod">
        <pc:chgData name="Hewner, Mike" userId="7f3f83dd-6dfb-4127-a87f-c1714bd4fac9" providerId="ADAL" clId="{FB6DAF35-5D83-44A6-88B5-68461BA5FF98}" dt="2025-10-21T19:24:06.287" v="1564" actId="1076"/>
        <pc:sldMkLst>
          <pc:docMk/>
          <pc:sldMk cId="2704452968" sldId="264"/>
        </pc:sldMkLst>
        <pc:spChg chg="del">
          <ac:chgData name="Hewner, Mike" userId="7f3f83dd-6dfb-4127-a87f-c1714bd4fac9" providerId="ADAL" clId="{FB6DAF35-5D83-44A6-88B5-68461BA5FF98}" dt="2025-10-21T19:17:34.219" v="1438" actId="478"/>
          <ac:spMkLst>
            <pc:docMk/>
            <pc:sldMk cId="2704452968" sldId="264"/>
            <ac:spMk id="3" creationId="{77F587C2-8C29-57CE-836B-BE8492FC2BCE}"/>
          </ac:spMkLst>
        </pc:spChg>
        <pc:spChg chg="add mod">
          <ac:chgData name="Hewner, Mike" userId="7f3f83dd-6dfb-4127-a87f-c1714bd4fac9" providerId="ADAL" clId="{FB6DAF35-5D83-44A6-88B5-68461BA5FF98}" dt="2025-10-21T19:17:46.134" v="1441" actId="20577"/>
          <ac:spMkLst>
            <pc:docMk/>
            <pc:sldMk cId="2704452968" sldId="264"/>
            <ac:spMk id="4" creationId="{1944DFBB-B55E-DCA8-809D-2B340D365883}"/>
          </ac:spMkLst>
        </pc:spChg>
        <pc:spChg chg="add mod">
          <ac:chgData name="Hewner, Mike" userId="7f3f83dd-6dfb-4127-a87f-c1714bd4fac9" providerId="ADAL" clId="{FB6DAF35-5D83-44A6-88B5-68461BA5FF98}" dt="2025-10-21T19:18:26.993" v="1460" actId="20577"/>
          <ac:spMkLst>
            <pc:docMk/>
            <pc:sldMk cId="2704452968" sldId="264"/>
            <ac:spMk id="5" creationId="{513A84CA-9A73-B4FF-6979-28D745CBCFFD}"/>
          </ac:spMkLst>
        </pc:spChg>
        <pc:spChg chg="add mod">
          <ac:chgData name="Hewner, Mike" userId="7f3f83dd-6dfb-4127-a87f-c1714bd4fac9" providerId="ADAL" clId="{FB6DAF35-5D83-44A6-88B5-68461BA5FF98}" dt="2025-10-21T19:24:06.287" v="1564" actId="1076"/>
          <ac:spMkLst>
            <pc:docMk/>
            <pc:sldMk cId="2704452968" sldId="264"/>
            <ac:spMk id="8" creationId="{B26EB842-3416-9F03-F5AF-34CE26DE876E}"/>
          </ac:spMkLst>
        </pc:spChg>
        <pc:spChg chg="add mod">
          <ac:chgData name="Hewner, Mike" userId="7f3f83dd-6dfb-4127-a87f-c1714bd4fac9" providerId="ADAL" clId="{FB6DAF35-5D83-44A6-88B5-68461BA5FF98}" dt="2025-10-21T19:21:44.601" v="1544" actId="1076"/>
          <ac:spMkLst>
            <pc:docMk/>
            <pc:sldMk cId="2704452968" sldId="264"/>
            <ac:spMk id="9" creationId="{4674B9A9-01C1-BEE1-CC78-897F95B4A620}"/>
          </ac:spMkLst>
        </pc:spChg>
        <pc:spChg chg="add">
          <ac:chgData name="Hewner, Mike" userId="7f3f83dd-6dfb-4127-a87f-c1714bd4fac9" providerId="ADAL" clId="{FB6DAF35-5D83-44A6-88B5-68461BA5FF98}" dt="2025-10-21T19:20:04.038" v="1462" actId="34122"/>
          <ac:spMkLst>
            <pc:docMk/>
            <pc:sldMk cId="2704452968" sldId="264"/>
            <ac:spMk id="10" creationId="{ED3A95C2-D299-4FA5-AF37-D466666433EC}"/>
          </ac:spMkLst>
        </pc:spChg>
        <pc:spChg chg="add mod">
          <ac:chgData name="Hewner, Mike" userId="7f3f83dd-6dfb-4127-a87f-c1714bd4fac9" providerId="ADAL" clId="{FB6DAF35-5D83-44A6-88B5-68461BA5FF98}" dt="2025-10-21T19:20:28.041" v="1465" actId="14100"/>
          <ac:spMkLst>
            <pc:docMk/>
            <pc:sldMk cId="2704452968" sldId="264"/>
            <ac:spMk id="11" creationId="{0DEB8AFE-F7C1-4D9B-BD7A-536C01B8AF3B}"/>
          </ac:spMkLst>
        </pc:spChg>
        <pc:inkChg chg="add del">
          <ac:chgData name="Hewner, Mike" userId="7f3f83dd-6dfb-4127-a87f-c1714bd4fac9" providerId="ADAL" clId="{FB6DAF35-5D83-44A6-88B5-68461BA5FF98}" dt="2025-10-21T19:20:04.038" v="1462" actId="34122"/>
          <ac:inkMkLst>
            <pc:docMk/>
            <pc:sldMk cId="2704452968" sldId="264"/>
            <ac:inkMk id="6" creationId="{5E51643C-A8E9-CA9C-CAED-F66D99DF5A5A}"/>
          </ac:inkMkLst>
        </pc:inkChg>
        <pc:inkChg chg="add del">
          <ac:chgData name="Hewner, Mike" userId="7f3f83dd-6dfb-4127-a87f-c1714bd4fac9" providerId="ADAL" clId="{FB6DAF35-5D83-44A6-88B5-68461BA5FF98}" dt="2025-10-21T19:20:22.609" v="1464" actId="34122"/>
          <ac:inkMkLst>
            <pc:docMk/>
            <pc:sldMk cId="2704452968" sldId="264"/>
            <ac:inkMk id="7" creationId="{B00E0F21-CDB6-CEBF-1CCA-3D5CEE32AE83}"/>
          </ac:inkMkLst>
        </pc:inkChg>
      </pc:sldChg>
      <pc:sldChg chg="addSp delSp modSp new mod">
        <pc:chgData name="Hewner, Mike" userId="7f3f83dd-6dfb-4127-a87f-c1714bd4fac9" providerId="ADAL" clId="{FB6DAF35-5D83-44A6-88B5-68461BA5FF98}" dt="2025-10-21T19:27:15.373" v="1614" actId="20577"/>
        <pc:sldMkLst>
          <pc:docMk/>
          <pc:sldMk cId="1588224659" sldId="265"/>
        </pc:sldMkLst>
        <pc:spChg chg="mod">
          <ac:chgData name="Hewner, Mike" userId="7f3f83dd-6dfb-4127-a87f-c1714bd4fac9" providerId="ADAL" clId="{FB6DAF35-5D83-44A6-88B5-68461BA5FF98}" dt="2025-10-21T19:27:15.373" v="1614" actId="20577"/>
          <ac:spMkLst>
            <pc:docMk/>
            <pc:sldMk cId="1588224659" sldId="265"/>
            <ac:spMk id="2" creationId="{A3CC83E3-0B16-1478-33B8-E251770F0786}"/>
          </ac:spMkLst>
        </pc:spChg>
        <pc:spChg chg="del">
          <ac:chgData name="Hewner, Mike" userId="7f3f83dd-6dfb-4127-a87f-c1714bd4fac9" providerId="ADAL" clId="{FB6DAF35-5D83-44A6-88B5-68461BA5FF98}" dt="2025-10-21T19:26:42.640" v="1566" actId="478"/>
          <ac:spMkLst>
            <pc:docMk/>
            <pc:sldMk cId="1588224659" sldId="265"/>
            <ac:spMk id="3" creationId="{10F22E65-D967-AF3D-A869-B031F11DE049}"/>
          </ac:spMkLst>
        </pc:spChg>
        <pc:picChg chg="add mod">
          <ac:chgData name="Hewner, Mike" userId="7f3f83dd-6dfb-4127-a87f-c1714bd4fac9" providerId="ADAL" clId="{FB6DAF35-5D83-44A6-88B5-68461BA5FF98}" dt="2025-10-21T19:26:52.954" v="1570" actId="1076"/>
          <ac:picMkLst>
            <pc:docMk/>
            <pc:sldMk cId="1588224659" sldId="265"/>
            <ac:picMk id="5" creationId="{90FC193F-C172-7CBD-6CE3-B30293184EE3}"/>
          </ac:picMkLst>
        </pc:picChg>
      </pc:sldChg>
      <pc:sldChg chg="addSp delSp modSp new mod">
        <pc:chgData name="Hewner, Mike" userId="7f3f83dd-6dfb-4127-a87f-c1714bd4fac9" providerId="ADAL" clId="{FB6DAF35-5D83-44A6-88B5-68461BA5FF98}" dt="2025-10-22T12:44:39.192" v="4713" actId="1076"/>
        <pc:sldMkLst>
          <pc:docMk/>
          <pc:sldMk cId="1158803462" sldId="266"/>
        </pc:sldMkLst>
        <pc:spChg chg="mod">
          <ac:chgData name="Hewner, Mike" userId="7f3f83dd-6dfb-4127-a87f-c1714bd4fac9" providerId="ADAL" clId="{FB6DAF35-5D83-44A6-88B5-68461BA5FF98}" dt="2025-10-21T19:39:25.200" v="2734" actId="20577"/>
          <ac:spMkLst>
            <pc:docMk/>
            <pc:sldMk cId="1158803462" sldId="266"/>
            <ac:spMk id="2" creationId="{5E452888-DFCB-E476-B640-44EC71056483}"/>
          </ac:spMkLst>
        </pc:spChg>
        <pc:spChg chg="mod">
          <ac:chgData name="Hewner, Mike" userId="7f3f83dd-6dfb-4127-a87f-c1714bd4fac9" providerId="ADAL" clId="{FB6DAF35-5D83-44A6-88B5-68461BA5FF98}" dt="2025-10-22T12:39:12.904" v="4587" actId="20577"/>
          <ac:spMkLst>
            <pc:docMk/>
            <pc:sldMk cId="1158803462" sldId="266"/>
            <ac:spMk id="3" creationId="{8A046724-8BB9-354F-787F-3A5585BA4531}"/>
          </ac:spMkLst>
        </pc:spChg>
        <pc:spChg chg="add mod">
          <ac:chgData name="Hewner, Mike" userId="7f3f83dd-6dfb-4127-a87f-c1714bd4fac9" providerId="ADAL" clId="{FB6DAF35-5D83-44A6-88B5-68461BA5FF98}" dt="2025-10-22T12:41:51.946" v="4615" actId="20577"/>
          <ac:spMkLst>
            <pc:docMk/>
            <pc:sldMk cId="1158803462" sldId="266"/>
            <ac:spMk id="4" creationId="{6AC9D5F1-B682-1473-0273-FC4D03548848}"/>
          </ac:spMkLst>
        </pc:spChg>
        <pc:spChg chg="add mod">
          <ac:chgData name="Hewner, Mike" userId="7f3f83dd-6dfb-4127-a87f-c1714bd4fac9" providerId="ADAL" clId="{FB6DAF35-5D83-44A6-88B5-68461BA5FF98}" dt="2025-10-22T12:42:21.437" v="4628" actId="1076"/>
          <ac:spMkLst>
            <pc:docMk/>
            <pc:sldMk cId="1158803462" sldId="266"/>
            <ac:spMk id="5" creationId="{70391FE7-DEC3-79EC-27BB-E7A78CED2006}"/>
          </ac:spMkLst>
        </pc:spChg>
        <pc:spChg chg="add mod">
          <ac:chgData name="Hewner, Mike" userId="7f3f83dd-6dfb-4127-a87f-c1714bd4fac9" providerId="ADAL" clId="{FB6DAF35-5D83-44A6-88B5-68461BA5FF98}" dt="2025-10-22T12:42:15.990" v="4627" actId="20577"/>
          <ac:spMkLst>
            <pc:docMk/>
            <pc:sldMk cId="1158803462" sldId="266"/>
            <ac:spMk id="6" creationId="{9DC4721A-30B8-D7DD-9C3D-3ED5FF597B2E}"/>
          </ac:spMkLst>
        </pc:spChg>
        <pc:spChg chg="add mod">
          <ac:chgData name="Hewner, Mike" userId="7f3f83dd-6dfb-4127-a87f-c1714bd4fac9" providerId="ADAL" clId="{FB6DAF35-5D83-44A6-88B5-68461BA5FF98}" dt="2025-10-22T12:44:00.895" v="4649" actId="1076"/>
          <ac:spMkLst>
            <pc:docMk/>
            <pc:sldMk cId="1158803462" sldId="266"/>
            <ac:spMk id="11" creationId="{CF8C1F7A-6CDA-7FFF-1007-5C4D26DB8D20}"/>
          </ac:spMkLst>
        </pc:spChg>
        <pc:spChg chg="add mod">
          <ac:chgData name="Hewner, Mike" userId="7f3f83dd-6dfb-4127-a87f-c1714bd4fac9" providerId="ADAL" clId="{FB6DAF35-5D83-44A6-88B5-68461BA5FF98}" dt="2025-10-22T12:44:39.192" v="4713" actId="1076"/>
          <ac:spMkLst>
            <pc:docMk/>
            <pc:sldMk cId="1158803462" sldId="266"/>
            <ac:spMk id="12" creationId="{6E6B0441-CE21-33C4-6E86-736D3D4A6080}"/>
          </ac:spMkLst>
        </pc:spChg>
        <pc:spChg chg="add mod">
          <ac:chgData name="Hewner, Mike" userId="7f3f83dd-6dfb-4127-a87f-c1714bd4fac9" providerId="ADAL" clId="{FB6DAF35-5D83-44A6-88B5-68461BA5FF98}" dt="2025-10-22T12:43:36.238" v="4635" actId="14100"/>
          <ac:spMkLst>
            <pc:docMk/>
            <pc:sldMk cId="1158803462" sldId="266"/>
            <ac:spMk id="14" creationId="{ED4D691E-5A14-45B1-BE93-61F417056D9C}"/>
          </ac:spMkLst>
        </pc:spChg>
        <pc:spChg chg="add">
          <ac:chgData name="Hewner, Mike" userId="7f3f83dd-6dfb-4127-a87f-c1714bd4fac9" providerId="ADAL" clId="{FB6DAF35-5D83-44A6-88B5-68461BA5FF98}" dt="2025-10-22T12:43:25.436" v="4634" actId="34122"/>
          <ac:spMkLst>
            <pc:docMk/>
            <pc:sldMk cId="1158803462" sldId="266"/>
            <ac:spMk id="20" creationId="{3BC09A10-EE34-4809-9250-BD35FF96FB2B}"/>
          </ac:spMkLst>
        </pc:spChg>
        <pc:inkChg chg="add del">
          <ac:chgData name="Hewner, Mike" userId="7f3f83dd-6dfb-4127-a87f-c1714bd4fac9" providerId="ADAL" clId="{FB6DAF35-5D83-44A6-88B5-68461BA5FF98}" dt="2025-10-22T12:43:25.436" v="4634" actId="34122"/>
          <ac:inkMkLst>
            <pc:docMk/>
            <pc:sldMk cId="1158803462" sldId="266"/>
            <ac:inkMk id="7" creationId="{B718F691-7177-D32D-B7CB-2CB975F9FBCB}"/>
          </ac:inkMkLst>
        </pc:inkChg>
        <pc:inkChg chg="add del">
          <ac:chgData name="Hewner, Mike" userId="7f3f83dd-6dfb-4127-a87f-c1714bd4fac9" providerId="ADAL" clId="{FB6DAF35-5D83-44A6-88B5-68461BA5FF98}" dt="2025-10-22T12:43:00.426" v="4631"/>
          <ac:inkMkLst>
            <pc:docMk/>
            <pc:sldMk cId="1158803462" sldId="266"/>
            <ac:inkMk id="8" creationId="{96E03D41-0431-0C78-5A05-47AFE56015F1}"/>
          </ac:inkMkLst>
        </pc:inkChg>
        <pc:inkChg chg="add mod">
          <ac:chgData name="Hewner, Mike" userId="7f3f83dd-6dfb-4127-a87f-c1714bd4fac9" providerId="ADAL" clId="{FB6DAF35-5D83-44A6-88B5-68461BA5FF98}" dt="2025-10-22T12:43:02.209" v="4632"/>
          <ac:inkMkLst>
            <pc:docMk/>
            <pc:sldMk cId="1158803462" sldId="266"/>
            <ac:inkMk id="9" creationId="{AA0217BB-2A95-342D-C3CE-4E456B8F2CA8}"/>
          </ac:inkMkLst>
        </pc:inkChg>
        <pc:inkChg chg="add del">
          <ac:chgData name="Hewner, Mike" userId="7f3f83dd-6dfb-4127-a87f-c1714bd4fac9" providerId="ADAL" clId="{FB6DAF35-5D83-44A6-88B5-68461BA5FF98}" dt="2025-10-22T12:43:25.436" v="4634" actId="34122"/>
          <ac:inkMkLst>
            <pc:docMk/>
            <pc:sldMk cId="1158803462" sldId="266"/>
            <ac:inkMk id="10" creationId="{16E0BF2A-9E99-51EA-4A6A-DC4FB5AF55B4}"/>
          </ac:inkMkLst>
        </pc:inkChg>
      </pc:sldChg>
      <pc:sldChg chg="modSp new mod">
        <pc:chgData name="Hewner, Mike" userId="7f3f83dd-6dfb-4127-a87f-c1714bd4fac9" providerId="ADAL" clId="{FB6DAF35-5D83-44A6-88B5-68461BA5FF98}" dt="2025-10-22T12:58:51.396" v="5341" actId="20577"/>
        <pc:sldMkLst>
          <pc:docMk/>
          <pc:sldMk cId="2445638641" sldId="267"/>
        </pc:sldMkLst>
        <pc:spChg chg="mod">
          <ac:chgData name="Hewner, Mike" userId="7f3f83dd-6dfb-4127-a87f-c1714bd4fac9" providerId="ADAL" clId="{FB6DAF35-5D83-44A6-88B5-68461BA5FF98}" dt="2025-10-22T12:56:46.321" v="4975" actId="20577"/>
          <ac:spMkLst>
            <pc:docMk/>
            <pc:sldMk cId="2445638641" sldId="267"/>
            <ac:spMk id="2" creationId="{D93CA5A0-BBD1-D23F-70BA-7EF3EFD5E13B}"/>
          </ac:spMkLst>
        </pc:spChg>
        <pc:spChg chg="mod">
          <ac:chgData name="Hewner, Mike" userId="7f3f83dd-6dfb-4127-a87f-c1714bd4fac9" providerId="ADAL" clId="{FB6DAF35-5D83-44A6-88B5-68461BA5FF98}" dt="2025-10-22T12:58:51.396" v="5341" actId="20577"/>
          <ac:spMkLst>
            <pc:docMk/>
            <pc:sldMk cId="2445638641" sldId="267"/>
            <ac:spMk id="3" creationId="{A69C01F0-772B-3A30-702F-73705E0FC9CF}"/>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2:43:00.427"/>
    </inkml:context>
    <inkml:brush xml:id="br0">
      <inkml:brushProperty name="width" value="0.035" units="cm"/>
      <inkml:brushProperty name="height" value="0.035" units="cm"/>
    </inkml:brush>
  </inkml:definitions>
  <inkml:trace contextRef="#ctx0" brushRef="#br0">0 116 24495,'1705'0'0,"-1935"-115"0,460 230 0,-460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4E5E0-6ACD-5BA7-0EBA-6C104B8B75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2FF533-0F7C-9EBC-3853-1B4271E1D6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563035-10D0-104B-CC37-09C90D709C2B}"/>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5" name="Footer Placeholder 4">
            <a:extLst>
              <a:ext uri="{FF2B5EF4-FFF2-40B4-BE49-F238E27FC236}">
                <a16:creationId xmlns:a16="http://schemas.microsoft.com/office/drawing/2014/main" id="{4BAB0FC0-0D4C-B065-98A3-DEDF4BD6F5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294A49-C65B-675A-6B9F-A77E2D2B5169}"/>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2429560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FC6FE-7645-B93F-C51D-E9224FEC84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7E2104-284E-AFEE-BABC-2BBCF40ADC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8DE84-2038-2687-89A3-52AF166C56AC}"/>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5" name="Footer Placeholder 4">
            <a:extLst>
              <a:ext uri="{FF2B5EF4-FFF2-40B4-BE49-F238E27FC236}">
                <a16:creationId xmlns:a16="http://schemas.microsoft.com/office/drawing/2014/main" id="{0CE5BD7C-F176-3CF3-B46F-99557FE690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D96B47-E944-4209-9743-AF20720A33C0}"/>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491703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86CCB-E104-262F-2A31-FCBBB6EE9D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E69FB3-D034-5D8A-3971-B01FBE05BE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5FE722-E169-A298-5926-020B4ECB0588}"/>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5" name="Footer Placeholder 4">
            <a:extLst>
              <a:ext uri="{FF2B5EF4-FFF2-40B4-BE49-F238E27FC236}">
                <a16:creationId xmlns:a16="http://schemas.microsoft.com/office/drawing/2014/main" id="{960B1491-E2F8-C015-BDD6-25E801895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1D009E-1D0E-25B9-3B4C-B7849CD1D6B0}"/>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1456759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ECAD8-D055-9F02-F258-2D568856D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57199D-B0BF-CDC0-965C-4857765004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C98DEB0-7A59-B37A-14B1-1E98056CDC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3D901A-A995-CF5B-DFC0-1701B2C0866A}"/>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6" name="Footer Placeholder 5">
            <a:extLst>
              <a:ext uri="{FF2B5EF4-FFF2-40B4-BE49-F238E27FC236}">
                <a16:creationId xmlns:a16="http://schemas.microsoft.com/office/drawing/2014/main" id="{FE49563D-C0F4-C5DA-5640-8A459D22E1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1527C-9DAB-E23E-50ED-AC62681B9D76}"/>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4038640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2CA57-FCEC-5E5E-5DC0-B656B4A538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C463AB-BA4C-E6BB-DFFF-6BFCE4B93C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B9FA2B-AD56-0064-052B-E92939B51F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004EA6-59D3-A50A-B3F7-947DF13E8C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86139B-8E96-6050-164A-18B149B734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7C0D6E-38FE-7FBD-4637-F9BD3B7FC379}"/>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8" name="Footer Placeholder 7">
            <a:extLst>
              <a:ext uri="{FF2B5EF4-FFF2-40B4-BE49-F238E27FC236}">
                <a16:creationId xmlns:a16="http://schemas.microsoft.com/office/drawing/2014/main" id="{FF571F73-3F9F-F3E2-1D45-BF237B2B27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BEE68F-14B9-65E0-AF24-5C71442C0890}"/>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3752569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38DC3-E16A-F141-C2A0-2410902953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D4A5E6-6E11-5C6B-B1E0-B1800B3ED0C0}"/>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4" name="Footer Placeholder 3">
            <a:extLst>
              <a:ext uri="{FF2B5EF4-FFF2-40B4-BE49-F238E27FC236}">
                <a16:creationId xmlns:a16="http://schemas.microsoft.com/office/drawing/2014/main" id="{BAF0484F-8C5E-845B-CFDB-41390D2BD0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2AE7A2-4321-C2BF-417F-F00367E71416}"/>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4155185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910417-3A22-0AA7-E103-183DC577AF7E}"/>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3" name="Footer Placeholder 2">
            <a:extLst>
              <a:ext uri="{FF2B5EF4-FFF2-40B4-BE49-F238E27FC236}">
                <a16:creationId xmlns:a16="http://schemas.microsoft.com/office/drawing/2014/main" id="{077F5E08-FC44-8268-9FC8-9BC15971D0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746BE4-4C87-53C4-FF6A-612EB0993309}"/>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1322898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242E1-2E24-BEFD-2DB0-EF2316CDA2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827C02-0770-991E-9C47-3A1FD77F99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831820-4B3D-7BA0-5A5B-F9A130769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319550-9223-AF0D-8210-894E8FBCF2E6}"/>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6" name="Footer Placeholder 5">
            <a:extLst>
              <a:ext uri="{FF2B5EF4-FFF2-40B4-BE49-F238E27FC236}">
                <a16:creationId xmlns:a16="http://schemas.microsoft.com/office/drawing/2014/main" id="{33531EAD-9814-EE91-53BC-BA7080CDB9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877DBF-6327-BA3E-D976-CF75E446D307}"/>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2373154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6E378-8C03-5ED5-A5CB-0606F2E60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F14F3-FC26-ECCC-61E0-B9A626DAEC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7818B8-1A4A-AB0C-6AC7-96F9FAAC3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830222-6E2A-3FDC-EFA6-AA725B3BBBB9}"/>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6" name="Footer Placeholder 5">
            <a:extLst>
              <a:ext uri="{FF2B5EF4-FFF2-40B4-BE49-F238E27FC236}">
                <a16:creationId xmlns:a16="http://schemas.microsoft.com/office/drawing/2014/main" id="{061B11BD-E0DB-3149-F9B8-3BEF042CA9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CADB35-243D-2C1B-C02B-F6B27D8448CA}"/>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2540835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9B2DF-8084-1260-32A2-1F56ED5178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DE3C92-B834-5041-2C7E-353B56D4DA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4F7E34-860D-55EE-C3AE-C506D578A28A}"/>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5" name="Footer Placeholder 4">
            <a:extLst>
              <a:ext uri="{FF2B5EF4-FFF2-40B4-BE49-F238E27FC236}">
                <a16:creationId xmlns:a16="http://schemas.microsoft.com/office/drawing/2014/main" id="{37EAE438-7780-09B2-4F40-2EABA704F1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76D59-AA9E-457F-FD1C-F31AB26CEA22}"/>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2430121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37067B-DE06-97A8-B661-DBF6EDAE9F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9BAB49-1726-F6F4-06B3-4101FA537B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1F684-4973-407D-77E0-9692F6B47622}"/>
              </a:ext>
            </a:extLst>
          </p:cNvPr>
          <p:cNvSpPr>
            <a:spLocks noGrp="1"/>
          </p:cNvSpPr>
          <p:nvPr>
            <p:ph type="dt" sz="half" idx="10"/>
          </p:nvPr>
        </p:nvSpPr>
        <p:spPr/>
        <p:txBody>
          <a:bodyPr/>
          <a:lstStyle/>
          <a:p>
            <a:fld id="{4BED02AB-BAAF-4795-8E0F-5EDEAF7C331A}" type="datetimeFigureOut">
              <a:rPr lang="en-US" smtClean="0"/>
              <a:t>10/21/2025</a:t>
            </a:fld>
            <a:endParaRPr lang="en-US"/>
          </a:p>
        </p:txBody>
      </p:sp>
      <p:sp>
        <p:nvSpPr>
          <p:cNvPr id="5" name="Footer Placeholder 4">
            <a:extLst>
              <a:ext uri="{FF2B5EF4-FFF2-40B4-BE49-F238E27FC236}">
                <a16:creationId xmlns:a16="http://schemas.microsoft.com/office/drawing/2014/main" id="{AFD15529-71FC-6917-AB08-9E35FE8827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8FC67-DB1E-5883-FFE3-679FD01D5191}"/>
              </a:ext>
            </a:extLst>
          </p:cNvPr>
          <p:cNvSpPr>
            <a:spLocks noGrp="1"/>
          </p:cNvSpPr>
          <p:nvPr>
            <p:ph type="sldNum" sz="quarter" idx="12"/>
          </p:nvPr>
        </p:nvSpPr>
        <p:spPr/>
        <p:txBody>
          <a:bodyPr/>
          <a:lstStyle/>
          <a:p>
            <a:fld id="{83D68280-9A83-427D-AEFA-46786EA4B8BF}" type="slidenum">
              <a:rPr lang="en-US" smtClean="0"/>
              <a:t>‹#›</a:t>
            </a:fld>
            <a:endParaRPr lang="en-US"/>
          </a:p>
        </p:txBody>
      </p:sp>
    </p:spTree>
    <p:extLst>
      <p:ext uri="{BB962C8B-B14F-4D97-AF65-F5344CB8AC3E}">
        <p14:creationId xmlns:p14="http://schemas.microsoft.com/office/powerpoint/2010/main" val="1493748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823512-0B48-7E83-9FD8-7EFDC63B9B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F7F641-9D10-0520-4DAD-D40737C0C7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6F8B10-766F-488D-4FBC-6C36345A0E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ED02AB-BAAF-4795-8E0F-5EDEAF7C331A}" type="datetimeFigureOut">
              <a:rPr lang="en-US" smtClean="0"/>
              <a:t>10/21/2025</a:t>
            </a:fld>
            <a:endParaRPr lang="en-US"/>
          </a:p>
        </p:txBody>
      </p:sp>
      <p:sp>
        <p:nvSpPr>
          <p:cNvPr id="5" name="Footer Placeholder 4">
            <a:extLst>
              <a:ext uri="{FF2B5EF4-FFF2-40B4-BE49-F238E27FC236}">
                <a16:creationId xmlns:a16="http://schemas.microsoft.com/office/drawing/2014/main" id="{AE6A2AA8-6856-2598-D0DF-FD82C88C46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8216D1-EEB8-BC0A-1370-5EA3B75748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D68280-9A83-427D-AEFA-46786EA4B8BF}" type="slidenum">
              <a:rPr lang="en-US" smtClean="0"/>
              <a:t>‹#›</a:t>
            </a:fld>
            <a:endParaRPr lang="en-US"/>
          </a:p>
        </p:txBody>
      </p:sp>
    </p:spTree>
    <p:extLst>
      <p:ext uri="{BB962C8B-B14F-4D97-AF65-F5344CB8AC3E}">
        <p14:creationId xmlns:p14="http://schemas.microsoft.com/office/powerpoint/2010/main" val="2899747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C57B-0B7C-93FD-8273-EF79D613E651}"/>
              </a:ext>
            </a:extLst>
          </p:cNvPr>
          <p:cNvSpPr>
            <a:spLocks noGrp="1"/>
          </p:cNvSpPr>
          <p:nvPr>
            <p:ph type="ctrTitle"/>
          </p:nvPr>
        </p:nvSpPr>
        <p:spPr/>
        <p:txBody>
          <a:bodyPr/>
          <a:lstStyle/>
          <a:p>
            <a:r>
              <a:rPr lang="en-US" dirty="0"/>
              <a:t>When LLMs are required for your service call</a:t>
            </a:r>
          </a:p>
        </p:txBody>
      </p:sp>
    </p:spTree>
    <p:extLst>
      <p:ext uri="{BB962C8B-B14F-4D97-AF65-F5344CB8AC3E}">
        <p14:creationId xmlns:p14="http://schemas.microsoft.com/office/powerpoint/2010/main" val="1870610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8454-5F79-24DE-DDDA-77AFB38F6524}"/>
              </a:ext>
            </a:extLst>
          </p:cNvPr>
          <p:cNvSpPr>
            <a:spLocks noGrp="1"/>
          </p:cNvSpPr>
          <p:nvPr>
            <p:ph type="title"/>
          </p:nvPr>
        </p:nvSpPr>
        <p:spPr/>
        <p:txBody>
          <a:bodyPr/>
          <a:lstStyle/>
          <a:p>
            <a:r>
              <a:rPr lang="en-US" dirty="0"/>
              <a:t>Large and complicated queries</a:t>
            </a:r>
          </a:p>
        </p:txBody>
      </p:sp>
      <p:sp>
        <p:nvSpPr>
          <p:cNvPr id="3" name="Content Placeholder 2">
            <a:extLst>
              <a:ext uri="{FF2B5EF4-FFF2-40B4-BE49-F238E27FC236}">
                <a16:creationId xmlns:a16="http://schemas.microsoft.com/office/drawing/2014/main" id="{F1E8E437-C3DF-CEF7-5B71-4F002C073C50}"/>
              </a:ext>
            </a:extLst>
          </p:cNvPr>
          <p:cNvSpPr>
            <a:spLocks noGrp="1"/>
          </p:cNvSpPr>
          <p:nvPr>
            <p:ph idx="1"/>
          </p:nvPr>
        </p:nvSpPr>
        <p:spPr/>
        <p:txBody>
          <a:bodyPr/>
          <a:lstStyle/>
          <a:p>
            <a:r>
              <a:rPr lang="en-US" dirty="0"/>
              <a:t>A single AI request would be sent a large amount of context, and then took a long time to generate the result</a:t>
            </a:r>
          </a:p>
          <a:p>
            <a:r>
              <a:rPr lang="en-US" dirty="0"/>
              <a:t>We might want to:</a:t>
            </a:r>
          </a:p>
          <a:p>
            <a:pPr lvl="1"/>
            <a:r>
              <a:rPr lang="en-US" dirty="0"/>
              <a:t>Analyze an action to see if was viable</a:t>
            </a:r>
          </a:p>
          <a:p>
            <a:pPr lvl="1"/>
            <a:r>
              <a:rPr lang="en-US" dirty="0"/>
              <a:t>Use it to generate dialog/description</a:t>
            </a:r>
          </a:p>
          <a:p>
            <a:pPr lvl="1"/>
            <a:r>
              <a:rPr lang="en-US" dirty="0"/>
              <a:t>Update world state based on the action</a:t>
            </a:r>
          </a:p>
          <a:p>
            <a:pPr lvl="1"/>
            <a:r>
              <a:rPr lang="en-US" dirty="0"/>
              <a:t>Choose the next player </a:t>
            </a:r>
          </a:p>
          <a:p>
            <a:r>
              <a:rPr lang="en-US" dirty="0"/>
              <a:t>In a single prompt</a:t>
            </a:r>
          </a:p>
          <a:p>
            <a:endParaRPr lang="en-US" dirty="0"/>
          </a:p>
        </p:txBody>
      </p:sp>
    </p:spTree>
    <p:extLst>
      <p:ext uri="{BB962C8B-B14F-4D97-AF65-F5344CB8AC3E}">
        <p14:creationId xmlns:p14="http://schemas.microsoft.com/office/powerpoint/2010/main" val="1266535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233E-632E-5828-A9D0-93291D481021}"/>
              </a:ext>
            </a:extLst>
          </p:cNvPr>
          <p:cNvSpPr>
            <a:spLocks noGrp="1"/>
          </p:cNvSpPr>
          <p:nvPr>
            <p:ph type="title"/>
          </p:nvPr>
        </p:nvSpPr>
        <p:spPr/>
        <p:txBody>
          <a:bodyPr/>
          <a:lstStyle/>
          <a:p>
            <a:r>
              <a:rPr lang="en-US" dirty="0"/>
              <a:t>A prompt with multiple steps is not a computer program</a:t>
            </a:r>
          </a:p>
        </p:txBody>
      </p:sp>
      <p:sp>
        <p:nvSpPr>
          <p:cNvPr id="3" name="Content Placeholder 2">
            <a:extLst>
              <a:ext uri="{FF2B5EF4-FFF2-40B4-BE49-F238E27FC236}">
                <a16:creationId xmlns:a16="http://schemas.microsoft.com/office/drawing/2014/main" id="{E48F469A-CC81-D90F-D0CB-1F3B7747ECDC}"/>
              </a:ext>
            </a:extLst>
          </p:cNvPr>
          <p:cNvSpPr>
            <a:spLocks noGrp="1"/>
          </p:cNvSpPr>
          <p:nvPr>
            <p:ph idx="1"/>
          </p:nvPr>
        </p:nvSpPr>
        <p:spPr/>
        <p:txBody>
          <a:bodyPr/>
          <a:lstStyle/>
          <a:p>
            <a:r>
              <a:rPr lang="en-US" dirty="0"/>
              <a:t>Surprisingly flexible!  Able to figure out what you mean and look a different parts of the input.  BUT!</a:t>
            </a:r>
          </a:p>
          <a:p>
            <a:r>
              <a:rPr lang="en-US" dirty="0"/>
              <a:t>Prior steps would introduce bias into later steps</a:t>
            </a:r>
          </a:p>
          <a:p>
            <a:r>
              <a:rPr lang="en-US" dirty="0"/>
              <a:t>Instructions would often get ignored – creativity was a very limited resource</a:t>
            </a:r>
          </a:p>
          <a:p>
            <a:r>
              <a:rPr lang="en-US" dirty="0"/>
              <a:t>Example: choosing an item from two lists</a:t>
            </a:r>
          </a:p>
          <a:p>
            <a:r>
              <a:rPr lang="en-US" dirty="0"/>
              <a:t>You can use unneeded output to “solidify” intermediate steps</a:t>
            </a:r>
          </a:p>
          <a:p>
            <a:r>
              <a:rPr lang="en-US" dirty="0"/>
              <a:t>Output is in order -&gt; reason then choose, not pick then justify</a:t>
            </a:r>
          </a:p>
          <a:p>
            <a:r>
              <a:rPr lang="en-US" dirty="0"/>
              <a:t>Test </a:t>
            </a:r>
            <a:r>
              <a:rPr lang="en-US" dirty="0" err="1"/>
              <a:t>test</a:t>
            </a:r>
            <a:r>
              <a:rPr lang="en-US" dirty="0"/>
              <a:t> </a:t>
            </a:r>
            <a:r>
              <a:rPr lang="en-US" dirty="0" err="1"/>
              <a:t>test</a:t>
            </a:r>
            <a:r>
              <a:rPr lang="en-US" dirty="0"/>
              <a:t>!</a:t>
            </a:r>
          </a:p>
        </p:txBody>
      </p:sp>
    </p:spTree>
    <p:extLst>
      <p:ext uri="{BB962C8B-B14F-4D97-AF65-F5344CB8AC3E}">
        <p14:creationId xmlns:p14="http://schemas.microsoft.com/office/powerpoint/2010/main" val="1049199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207F-AE60-1BE2-2F7B-F1C29E7C6786}"/>
              </a:ext>
            </a:extLst>
          </p:cNvPr>
          <p:cNvSpPr>
            <a:spLocks noGrp="1"/>
          </p:cNvSpPr>
          <p:nvPr>
            <p:ph type="title"/>
          </p:nvPr>
        </p:nvSpPr>
        <p:spPr/>
        <p:txBody>
          <a:bodyPr/>
          <a:lstStyle/>
          <a:p>
            <a:r>
              <a:rPr lang="en-US" dirty="0"/>
              <a:t>AI vs. Non-AI reasoning</a:t>
            </a:r>
          </a:p>
        </p:txBody>
      </p:sp>
      <p:sp>
        <p:nvSpPr>
          <p:cNvPr id="3" name="Content Placeholder 2">
            <a:extLst>
              <a:ext uri="{FF2B5EF4-FFF2-40B4-BE49-F238E27FC236}">
                <a16:creationId xmlns:a16="http://schemas.microsoft.com/office/drawing/2014/main" id="{21F5EEE1-F9DB-F156-7556-64A1D4EBF487}"/>
              </a:ext>
            </a:extLst>
          </p:cNvPr>
          <p:cNvSpPr>
            <a:spLocks noGrp="1"/>
          </p:cNvSpPr>
          <p:nvPr>
            <p:ph idx="1"/>
          </p:nvPr>
        </p:nvSpPr>
        <p:spPr/>
        <p:txBody>
          <a:bodyPr/>
          <a:lstStyle/>
          <a:p>
            <a:r>
              <a:rPr lang="en-US" dirty="0"/>
              <a:t>The AI does not have a formal “model” of the system</a:t>
            </a:r>
          </a:p>
          <a:p>
            <a:r>
              <a:rPr lang="en-US" dirty="0"/>
              <a:t>If a human reads a story they’ll envision characters in specific places.  If a character responds to dialog they couldn’t have heard, it’s immediately obvious.</a:t>
            </a:r>
          </a:p>
          <a:p>
            <a:r>
              <a:rPr lang="en-US" dirty="0"/>
              <a:t>Slightly less obvious but the AI is not going anywhere with its writing</a:t>
            </a:r>
          </a:p>
          <a:p>
            <a:r>
              <a:rPr lang="en-US" dirty="0"/>
              <a:t>This is why AI can write a very plausible paragraph or even page, but not really a book.</a:t>
            </a:r>
          </a:p>
          <a:p>
            <a:r>
              <a:rPr lang="en-US" dirty="0"/>
              <a:t>We can try and scaffold the process</a:t>
            </a:r>
          </a:p>
        </p:txBody>
      </p:sp>
    </p:spTree>
    <p:extLst>
      <p:ext uri="{BB962C8B-B14F-4D97-AF65-F5344CB8AC3E}">
        <p14:creationId xmlns:p14="http://schemas.microsoft.com/office/powerpoint/2010/main" val="2431998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4DFBB-CF5C-C33E-B785-07AA5B632A66}"/>
              </a:ext>
            </a:extLst>
          </p:cNvPr>
          <p:cNvSpPr>
            <a:spLocks noGrp="1"/>
          </p:cNvSpPr>
          <p:nvPr>
            <p:ph type="title"/>
          </p:nvPr>
        </p:nvSpPr>
        <p:spPr/>
        <p:txBody>
          <a:bodyPr/>
          <a:lstStyle/>
          <a:p>
            <a:endParaRPr lang="en-US" dirty="0"/>
          </a:p>
        </p:txBody>
      </p:sp>
      <p:sp>
        <p:nvSpPr>
          <p:cNvPr id="4" name="Oval 3">
            <a:extLst>
              <a:ext uri="{FF2B5EF4-FFF2-40B4-BE49-F238E27FC236}">
                <a16:creationId xmlns:a16="http://schemas.microsoft.com/office/drawing/2014/main" id="{1944DFBB-B55E-DCA8-809D-2B340D365883}"/>
              </a:ext>
            </a:extLst>
          </p:cNvPr>
          <p:cNvSpPr/>
          <p:nvPr/>
        </p:nvSpPr>
        <p:spPr>
          <a:xfrm>
            <a:off x="1694985" y="3311912"/>
            <a:ext cx="277665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a:t>
            </a:r>
          </a:p>
        </p:txBody>
      </p:sp>
      <p:sp>
        <p:nvSpPr>
          <p:cNvPr id="5" name="Oval 4">
            <a:extLst>
              <a:ext uri="{FF2B5EF4-FFF2-40B4-BE49-F238E27FC236}">
                <a16:creationId xmlns:a16="http://schemas.microsoft.com/office/drawing/2014/main" id="{513A84CA-9A73-B4FF-6979-28D745CBCFFD}"/>
              </a:ext>
            </a:extLst>
          </p:cNvPr>
          <p:cNvSpPr/>
          <p:nvPr/>
        </p:nvSpPr>
        <p:spPr>
          <a:xfrm>
            <a:off x="6519746" y="3464312"/>
            <a:ext cx="277665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World State</a:t>
            </a:r>
          </a:p>
        </p:txBody>
      </p:sp>
      <p:sp>
        <p:nvSpPr>
          <p:cNvPr id="10" name="Connector: Curved 9">
            <a:extLst>
              <a:ext uri="{FF2B5EF4-FFF2-40B4-BE49-F238E27FC236}">
                <a16:creationId xmlns:a16="http://schemas.microsoft.com/office/drawing/2014/main" id="{ED3A95C2-D299-4FA5-AF37-D466666433EC}"/>
              </a:ext>
            </a:extLst>
          </p:cNvPr>
          <p:cNvSpPr/>
          <p:nvPr/>
        </p:nvSpPr>
        <p:spPr>
          <a:xfrm rot="16200000" flipV="1">
            <a:off x="5616000" y="2382480"/>
            <a:ext cx="182880" cy="4937760"/>
          </a:xfrm>
          <a:prstGeom prst="curvedConnector3">
            <a:avLst>
              <a:gd name="adj1" fmla="val -333223"/>
            </a:avLst>
          </a:prstGeom>
          <a:solidFill>
            <a:srgbClr val="000000">
              <a:alpha val="5000"/>
            </a:srgbClr>
          </a:solidFill>
          <a:ln w="12600">
            <a:solidFill>
              <a:srgbClr val="000000"/>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000000"/>
              </a:solidFill>
            </a:endParaRPr>
          </a:p>
        </p:txBody>
      </p:sp>
      <p:sp>
        <p:nvSpPr>
          <p:cNvPr id="11" name="コネクタ: 曲線 10">
            <a:extLst>
              <a:ext uri="{FF2B5EF4-FFF2-40B4-BE49-F238E27FC236}">
                <a16:creationId xmlns:a16="http://schemas.microsoft.com/office/drawing/2014/main" id="{0DEB8AFE-F7C1-4D9B-BD7A-536C01B8AF3B}"/>
              </a:ext>
            </a:extLst>
          </p:cNvPr>
          <p:cNvSpPr/>
          <p:nvPr/>
        </p:nvSpPr>
        <p:spPr>
          <a:xfrm rot="5400000" flipV="1">
            <a:off x="5440320" y="691920"/>
            <a:ext cx="182880" cy="5120640"/>
          </a:xfrm>
          <a:prstGeom prst="curvedConnector3">
            <a:avLst>
              <a:gd name="adj1" fmla="val -341451"/>
            </a:avLst>
          </a:prstGeom>
          <a:solidFill>
            <a:srgbClr val="000000">
              <a:alpha val="5000"/>
            </a:srgbClr>
          </a:solidFill>
          <a:ln w="12600">
            <a:solidFill>
              <a:srgbClr val="000000"/>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000000"/>
              </a:solidFill>
            </a:endParaRPr>
          </a:p>
        </p:txBody>
      </p:sp>
      <p:sp>
        <p:nvSpPr>
          <p:cNvPr id="8" name="TextBox 7">
            <a:extLst>
              <a:ext uri="{FF2B5EF4-FFF2-40B4-BE49-F238E27FC236}">
                <a16:creationId xmlns:a16="http://schemas.microsoft.com/office/drawing/2014/main" id="{B26EB842-3416-9F03-F5AF-34CE26DE876E}"/>
              </a:ext>
            </a:extLst>
          </p:cNvPr>
          <p:cNvSpPr txBox="1"/>
          <p:nvPr/>
        </p:nvSpPr>
        <p:spPr>
          <a:xfrm>
            <a:off x="2971440" y="5684382"/>
            <a:ext cx="6135206" cy="369332"/>
          </a:xfrm>
          <a:prstGeom prst="rect">
            <a:avLst/>
          </a:prstGeom>
          <a:noFill/>
        </p:spPr>
        <p:txBody>
          <a:bodyPr wrap="none" rtlCol="0">
            <a:spAutoFit/>
          </a:bodyPr>
          <a:lstStyle/>
          <a:p>
            <a:r>
              <a:rPr lang="en-US" dirty="0"/>
              <a:t>Here’s the state.  Here’s our goal.  What should happen next?</a:t>
            </a:r>
          </a:p>
        </p:txBody>
      </p:sp>
      <p:sp>
        <p:nvSpPr>
          <p:cNvPr id="9" name="TextBox 8">
            <a:extLst>
              <a:ext uri="{FF2B5EF4-FFF2-40B4-BE49-F238E27FC236}">
                <a16:creationId xmlns:a16="http://schemas.microsoft.com/office/drawing/2014/main" id="{4674B9A9-01C1-BEE1-CC78-897F95B4A620}"/>
              </a:ext>
            </a:extLst>
          </p:cNvPr>
          <p:cNvSpPr txBox="1"/>
          <p:nvPr/>
        </p:nvSpPr>
        <p:spPr>
          <a:xfrm>
            <a:off x="4265250" y="2023502"/>
            <a:ext cx="2884379" cy="369332"/>
          </a:xfrm>
          <a:prstGeom prst="rect">
            <a:avLst/>
          </a:prstGeom>
          <a:noFill/>
        </p:spPr>
        <p:txBody>
          <a:bodyPr wrap="none" rtlCol="0">
            <a:spAutoFit/>
          </a:bodyPr>
          <a:lstStyle/>
          <a:p>
            <a:r>
              <a:rPr lang="en-US" dirty="0"/>
              <a:t>Update your model like this</a:t>
            </a:r>
          </a:p>
        </p:txBody>
      </p:sp>
    </p:spTree>
    <p:extLst>
      <p:ext uri="{BB962C8B-B14F-4D97-AF65-F5344CB8AC3E}">
        <p14:creationId xmlns:p14="http://schemas.microsoft.com/office/powerpoint/2010/main" val="2704452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83E3-0B16-1478-33B8-E251770F0786}"/>
              </a:ext>
            </a:extLst>
          </p:cNvPr>
          <p:cNvSpPr>
            <a:spLocks noGrp="1"/>
          </p:cNvSpPr>
          <p:nvPr>
            <p:ph type="title"/>
          </p:nvPr>
        </p:nvSpPr>
        <p:spPr/>
        <p:txBody>
          <a:bodyPr/>
          <a:lstStyle/>
          <a:p>
            <a:r>
              <a:rPr lang="en-US" dirty="0"/>
              <a:t>Dynamic prompts to ease the load</a:t>
            </a:r>
          </a:p>
        </p:txBody>
      </p:sp>
      <p:pic>
        <p:nvPicPr>
          <p:cNvPr id="5" name="Picture 4">
            <a:extLst>
              <a:ext uri="{FF2B5EF4-FFF2-40B4-BE49-F238E27FC236}">
                <a16:creationId xmlns:a16="http://schemas.microsoft.com/office/drawing/2014/main" id="{90FC193F-C172-7CBD-6CE3-B30293184EE3}"/>
              </a:ext>
            </a:extLst>
          </p:cNvPr>
          <p:cNvPicPr>
            <a:picLocks noChangeAspect="1"/>
          </p:cNvPicPr>
          <p:nvPr/>
        </p:nvPicPr>
        <p:blipFill>
          <a:blip r:embed="rId2"/>
          <a:stretch>
            <a:fillRect/>
          </a:stretch>
        </p:blipFill>
        <p:spPr>
          <a:xfrm>
            <a:off x="838200" y="2742122"/>
            <a:ext cx="10024330" cy="2485198"/>
          </a:xfrm>
          <a:prstGeom prst="rect">
            <a:avLst/>
          </a:prstGeom>
        </p:spPr>
      </p:pic>
    </p:spTree>
    <p:extLst>
      <p:ext uri="{BB962C8B-B14F-4D97-AF65-F5344CB8AC3E}">
        <p14:creationId xmlns:p14="http://schemas.microsoft.com/office/powerpoint/2010/main" val="1588224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0E2D0-CB10-5897-A379-6A4BBAD96A76}"/>
              </a:ext>
            </a:extLst>
          </p:cNvPr>
          <p:cNvSpPr>
            <a:spLocks noGrp="1"/>
          </p:cNvSpPr>
          <p:nvPr>
            <p:ph type="title"/>
          </p:nvPr>
        </p:nvSpPr>
        <p:spPr/>
        <p:txBody>
          <a:bodyPr/>
          <a:lstStyle/>
          <a:p>
            <a:r>
              <a:rPr lang="en-US" dirty="0"/>
              <a:t>Discovering your own bugs</a:t>
            </a:r>
          </a:p>
        </p:txBody>
      </p:sp>
      <p:sp>
        <p:nvSpPr>
          <p:cNvPr id="3" name="Content Placeholder 2">
            <a:extLst>
              <a:ext uri="{FF2B5EF4-FFF2-40B4-BE49-F238E27FC236}">
                <a16:creationId xmlns:a16="http://schemas.microsoft.com/office/drawing/2014/main" id="{A9161CF0-BB63-CCAB-D7D4-94A8A962FCB0}"/>
              </a:ext>
            </a:extLst>
          </p:cNvPr>
          <p:cNvSpPr>
            <a:spLocks noGrp="1"/>
          </p:cNvSpPr>
          <p:nvPr>
            <p:ph idx="1"/>
          </p:nvPr>
        </p:nvSpPr>
        <p:spPr/>
        <p:txBody>
          <a:bodyPr/>
          <a:lstStyle/>
          <a:p>
            <a:r>
              <a:rPr lang="en-US" dirty="0"/>
              <a:t>It is very </a:t>
            </a:r>
            <a:r>
              <a:rPr lang="en-US" dirty="0" err="1"/>
              <a:t>very</a:t>
            </a:r>
            <a:r>
              <a:rPr lang="en-US" dirty="0"/>
              <a:t> easy for bugs to creep into prompts</a:t>
            </a:r>
          </a:p>
          <a:p>
            <a:r>
              <a:rPr lang="en-US" dirty="0"/>
              <a:t>In a normal system, if you say you’re going to provide field XYZ and then don’t provide it, they system will crash</a:t>
            </a:r>
          </a:p>
          <a:p>
            <a:r>
              <a:rPr lang="en-US" dirty="0"/>
              <a:t>AI will hallucinate a plausible value for XYZ, then use that OR might disregard your instruction</a:t>
            </a:r>
          </a:p>
        </p:txBody>
      </p:sp>
    </p:spTree>
    <p:extLst>
      <p:ext uri="{BB962C8B-B14F-4D97-AF65-F5344CB8AC3E}">
        <p14:creationId xmlns:p14="http://schemas.microsoft.com/office/powerpoint/2010/main" val="2006262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8229-1F71-E9C6-C9DD-6F4F609B1C11}"/>
              </a:ext>
            </a:extLst>
          </p:cNvPr>
          <p:cNvSpPr>
            <a:spLocks noGrp="1"/>
          </p:cNvSpPr>
          <p:nvPr>
            <p:ph type="title"/>
          </p:nvPr>
        </p:nvSpPr>
        <p:spPr/>
        <p:txBody>
          <a:bodyPr/>
          <a:lstStyle/>
          <a:p>
            <a:r>
              <a:rPr lang="en-US" dirty="0"/>
              <a:t>Dealing with unreliability</a:t>
            </a:r>
          </a:p>
        </p:txBody>
      </p:sp>
      <p:sp>
        <p:nvSpPr>
          <p:cNvPr id="3" name="Content Placeholder 2">
            <a:extLst>
              <a:ext uri="{FF2B5EF4-FFF2-40B4-BE49-F238E27FC236}">
                <a16:creationId xmlns:a16="http://schemas.microsoft.com/office/drawing/2014/main" id="{E9E0388B-66C7-E621-C900-828935BC6885}"/>
              </a:ext>
            </a:extLst>
          </p:cNvPr>
          <p:cNvSpPr>
            <a:spLocks noGrp="1"/>
          </p:cNvSpPr>
          <p:nvPr>
            <p:ph idx="1"/>
          </p:nvPr>
        </p:nvSpPr>
        <p:spPr/>
        <p:txBody>
          <a:bodyPr>
            <a:normAutofit fontScale="92500" lnSpcReduction="10000"/>
          </a:bodyPr>
          <a:lstStyle/>
          <a:p>
            <a:pPr marL="0" indent="0">
              <a:buNone/>
            </a:pPr>
            <a:r>
              <a:rPr lang="en-US" dirty="0"/>
              <a:t>Nothing you can do will make the AI act with the reliability of a normal computational system</a:t>
            </a:r>
          </a:p>
          <a:p>
            <a:pPr marL="514350" indent="-514350">
              <a:buFont typeface="+mj-lt"/>
              <a:buAutoNum type="arabicPeriod"/>
            </a:pPr>
            <a:r>
              <a:rPr lang="en-US" dirty="0"/>
              <a:t>Like any normal service architecture, it will randomly timeout, return errors, or return completely malformed (e.g. blank) results</a:t>
            </a:r>
          </a:p>
          <a:p>
            <a:pPr marL="514350" indent="-514350">
              <a:buFont typeface="+mj-lt"/>
              <a:buAutoNum type="arabicPeriod"/>
            </a:pPr>
            <a:r>
              <a:rPr lang="en-US" dirty="0"/>
              <a:t>It will also just return invalid YAML or missing fields some small percentage of the time.  </a:t>
            </a:r>
          </a:p>
          <a:p>
            <a:pPr marL="514350" indent="-514350">
              <a:buFont typeface="+mj-lt"/>
              <a:buAutoNum type="arabicPeriod"/>
            </a:pPr>
            <a:r>
              <a:rPr lang="en-US" dirty="0"/>
              <a:t>It will also disregard your instructions some small percentage of the time (e.g. return a result, but not one of the strings you asked it to pick from).</a:t>
            </a:r>
          </a:p>
          <a:p>
            <a:pPr marL="0" indent="0">
              <a:buNone/>
            </a:pPr>
            <a:r>
              <a:rPr lang="en-US" dirty="0"/>
              <a:t>Begging in the prompt will not make it stop doing this!  You must have a plan.</a:t>
            </a:r>
          </a:p>
        </p:txBody>
      </p:sp>
    </p:spTree>
    <p:extLst>
      <p:ext uri="{BB962C8B-B14F-4D97-AF65-F5344CB8AC3E}">
        <p14:creationId xmlns:p14="http://schemas.microsoft.com/office/powerpoint/2010/main" val="289374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52888-DFCB-E476-B640-44EC71056483}"/>
              </a:ext>
            </a:extLst>
          </p:cNvPr>
          <p:cNvSpPr>
            <a:spLocks noGrp="1"/>
          </p:cNvSpPr>
          <p:nvPr>
            <p:ph type="title"/>
          </p:nvPr>
        </p:nvSpPr>
        <p:spPr/>
        <p:txBody>
          <a:bodyPr/>
          <a:lstStyle/>
          <a:p>
            <a:r>
              <a:rPr lang="en-US" dirty="0"/>
              <a:t>Validate and ignore or retry</a:t>
            </a:r>
          </a:p>
        </p:txBody>
      </p:sp>
      <p:sp>
        <p:nvSpPr>
          <p:cNvPr id="3" name="Content Placeholder 2">
            <a:extLst>
              <a:ext uri="{FF2B5EF4-FFF2-40B4-BE49-F238E27FC236}">
                <a16:creationId xmlns:a16="http://schemas.microsoft.com/office/drawing/2014/main" id="{8A046724-8BB9-354F-787F-3A5585BA4531}"/>
              </a:ext>
            </a:extLst>
          </p:cNvPr>
          <p:cNvSpPr>
            <a:spLocks noGrp="1"/>
          </p:cNvSpPr>
          <p:nvPr>
            <p:ph idx="1"/>
          </p:nvPr>
        </p:nvSpPr>
        <p:spPr/>
        <p:txBody>
          <a:bodyPr/>
          <a:lstStyle/>
          <a:p>
            <a:r>
              <a:rPr lang="en-US" dirty="0"/>
              <a:t>In my system it was sometimes OK to ignore missing or unintelligible results (i.e. if we couldn’t update the state, we just left it the same).  In other cases we could just retry.</a:t>
            </a:r>
          </a:p>
          <a:p>
            <a:r>
              <a:rPr lang="en-US" dirty="0"/>
              <a:t>If you need a system that is asynchronously resumable (which you might if AI is doing something mission critical) you really want to design that in up front because it is not easy</a:t>
            </a:r>
          </a:p>
        </p:txBody>
      </p:sp>
      <p:sp>
        <p:nvSpPr>
          <p:cNvPr id="4" name="Oval 3">
            <a:extLst>
              <a:ext uri="{FF2B5EF4-FFF2-40B4-BE49-F238E27FC236}">
                <a16:creationId xmlns:a16="http://schemas.microsoft.com/office/drawing/2014/main" id="{6AC9D5F1-B682-1473-0273-FC4D03548848}"/>
              </a:ext>
            </a:extLst>
          </p:cNvPr>
          <p:cNvSpPr/>
          <p:nvPr/>
        </p:nvSpPr>
        <p:spPr>
          <a:xfrm>
            <a:off x="1103971" y="4516243"/>
            <a:ext cx="277665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Frontend</a:t>
            </a:r>
          </a:p>
        </p:txBody>
      </p:sp>
      <p:sp>
        <p:nvSpPr>
          <p:cNvPr id="5" name="Oval 4">
            <a:extLst>
              <a:ext uri="{FF2B5EF4-FFF2-40B4-BE49-F238E27FC236}">
                <a16:creationId xmlns:a16="http://schemas.microsoft.com/office/drawing/2014/main" id="{70391FE7-DEC3-79EC-27BB-E7A78CED2006}"/>
              </a:ext>
            </a:extLst>
          </p:cNvPr>
          <p:cNvSpPr/>
          <p:nvPr/>
        </p:nvSpPr>
        <p:spPr>
          <a:xfrm>
            <a:off x="4567353" y="4516242"/>
            <a:ext cx="277665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Servce</a:t>
            </a:r>
            <a:endParaRPr lang="en-US" dirty="0"/>
          </a:p>
        </p:txBody>
      </p:sp>
      <p:sp>
        <p:nvSpPr>
          <p:cNvPr id="6" name="Oval 5">
            <a:extLst>
              <a:ext uri="{FF2B5EF4-FFF2-40B4-BE49-F238E27FC236}">
                <a16:creationId xmlns:a16="http://schemas.microsoft.com/office/drawing/2014/main" id="{9DC4721A-30B8-D7DD-9C3D-3ED5FF597B2E}"/>
              </a:ext>
            </a:extLst>
          </p:cNvPr>
          <p:cNvSpPr/>
          <p:nvPr/>
        </p:nvSpPr>
        <p:spPr>
          <a:xfrm>
            <a:off x="8030736" y="4516242"/>
            <a:ext cx="277665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a:t>
            </a:r>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AA0217BB-2A95-342D-C3CE-4E456B8F2CA8}"/>
                  </a:ext>
                </a:extLst>
              </p14:cNvPr>
              <p14:cNvContentPartPr/>
              <p14:nvPr/>
            </p14:nvContentPartPr>
            <p14:xfrm>
              <a:off x="7359629" y="5187855"/>
              <a:ext cx="614160" cy="83160"/>
            </p14:xfrm>
          </p:contentPart>
        </mc:Choice>
        <mc:Fallback>
          <p:pic>
            <p:nvPicPr>
              <p:cNvPr id="9" name="Ink 8">
                <a:extLst>
                  <a:ext uri="{FF2B5EF4-FFF2-40B4-BE49-F238E27FC236}">
                    <a16:creationId xmlns:a16="http://schemas.microsoft.com/office/drawing/2014/main" id="{AA0217BB-2A95-342D-C3CE-4E456B8F2CA8}"/>
                  </a:ext>
                </a:extLst>
              </p:cNvPr>
              <p:cNvPicPr/>
              <p:nvPr/>
            </p:nvPicPr>
            <p:blipFill>
              <a:blip r:embed="rId3"/>
              <a:stretch>
                <a:fillRect/>
              </a:stretch>
            </p:blipFill>
            <p:spPr>
              <a:xfrm>
                <a:off x="7353509" y="5181735"/>
                <a:ext cx="626400" cy="95400"/>
              </a:xfrm>
              <a:prstGeom prst="rect">
                <a:avLst/>
              </a:prstGeom>
            </p:spPr>
          </p:pic>
        </mc:Fallback>
      </mc:AlternateContent>
      <p:sp>
        <p:nvSpPr>
          <p:cNvPr id="20" name="Connector: Curved 19">
            <a:extLst>
              <a:ext uri="{FF2B5EF4-FFF2-40B4-BE49-F238E27FC236}">
                <a16:creationId xmlns:a16="http://schemas.microsoft.com/office/drawing/2014/main" id="{3BC09A10-EE34-4809-9250-BD35FF96FB2B}"/>
              </a:ext>
            </a:extLst>
          </p:cNvPr>
          <p:cNvSpPr/>
          <p:nvPr/>
        </p:nvSpPr>
        <p:spPr>
          <a:xfrm rot="5400000">
            <a:off x="7972380" y="4987260"/>
            <a:ext cx="0" cy="2011680"/>
          </a:xfrm>
          <a:prstGeom prst="curvedConnector4">
            <a:avLst>
              <a:gd name="adj1" fmla="val 5569231"/>
              <a:gd name="adj2" fmla="val 93267"/>
            </a:avLst>
          </a:prstGeom>
          <a:solidFill>
            <a:srgbClr val="000000">
              <a:alpha val="5000"/>
            </a:srgbClr>
          </a:solidFill>
          <a:ln w="12600">
            <a:solidFill>
              <a:srgbClr val="000000"/>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000000"/>
              </a:solidFill>
            </a:endParaRPr>
          </a:p>
        </p:txBody>
      </p:sp>
      <p:sp>
        <p:nvSpPr>
          <p:cNvPr id="14" name="Straight Connector 13">
            <a:extLst>
              <a:ext uri="{FF2B5EF4-FFF2-40B4-BE49-F238E27FC236}">
                <a16:creationId xmlns:a16="http://schemas.microsoft.com/office/drawing/2014/main" id="{ED4D691E-5A14-45B1-BE93-61F417056D9C}"/>
              </a:ext>
            </a:extLst>
          </p:cNvPr>
          <p:cNvSpPr/>
          <p:nvPr/>
        </p:nvSpPr>
        <p:spPr>
          <a:xfrm flipV="1">
            <a:off x="3891240" y="5187855"/>
            <a:ext cx="676113" cy="6945"/>
          </a:xfrm>
          <a:prstGeom prst="line">
            <a:avLst/>
          </a:prstGeom>
          <a:solidFill>
            <a:srgbClr val="000000">
              <a:alpha val="5000"/>
            </a:srgbClr>
          </a:solidFill>
          <a:ln w="12600">
            <a:solidFill>
              <a:srgbClr val="000000"/>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000000"/>
              </a:solidFill>
            </a:endParaRPr>
          </a:p>
        </p:txBody>
      </p:sp>
      <p:sp>
        <p:nvSpPr>
          <p:cNvPr id="11" name="TextBox 10">
            <a:extLst>
              <a:ext uri="{FF2B5EF4-FFF2-40B4-BE49-F238E27FC236}">
                <a16:creationId xmlns:a16="http://schemas.microsoft.com/office/drawing/2014/main" id="{CF8C1F7A-6CDA-7FFF-1007-5C4D26DB8D20}"/>
              </a:ext>
            </a:extLst>
          </p:cNvPr>
          <p:cNvSpPr txBox="1"/>
          <p:nvPr/>
        </p:nvSpPr>
        <p:spPr>
          <a:xfrm>
            <a:off x="7410822" y="6018181"/>
            <a:ext cx="1239827" cy="369332"/>
          </a:xfrm>
          <a:prstGeom prst="rect">
            <a:avLst/>
          </a:prstGeom>
          <a:noFill/>
        </p:spPr>
        <p:txBody>
          <a:bodyPr wrap="none" rtlCol="0">
            <a:spAutoFit/>
          </a:bodyPr>
          <a:lstStyle/>
          <a:p>
            <a:r>
              <a:rPr lang="en-US" dirty="0"/>
              <a:t>Fails twice</a:t>
            </a:r>
          </a:p>
        </p:txBody>
      </p:sp>
      <p:sp>
        <p:nvSpPr>
          <p:cNvPr id="12" name="TextBox 11">
            <a:extLst>
              <a:ext uri="{FF2B5EF4-FFF2-40B4-BE49-F238E27FC236}">
                <a16:creationId xmlns:a16="http://schemas.microsoft.com/office/drawing/2014/main" id="{6E6B0441-CE21-33C4-6E86-736D3D4A6080}"/>
              </a:ext>
            </a:extLst>
          </p:cNvPr>
          <p:cNvSpPr txBox="1"/>
          <p:nvPr/>
        </p:nvSpPr>
        <p:spPr>
          <a:xfrm>
            <a:off x="4530182" y="5866413"/>
            <a:ext cx="2553263" cy="923330"/>
          </a:xfrm>
          <a:prstGeom prst="rect">
            <a:avLst/>
          </a:prstGeom>
          <a:noFill/>
        </p:spPr>
        <p:txBody>
          <a:bodyPr wrap="none" rtlCol="0">
            <a:spAutoFit/>
          </a:bodyPr>
          <a:lstStyle/>
          <a:p>
            <a:r>
              <a:rPr lang="en-US" dirty="0"/>
              <a:t>What can I do?</a:t>
            </a:r>
          </a:p>
          <a:p>
            <a:r>
              <a:rPr lang="en-US" dirty="0"/>
              <a:t>I am not desired to </a:t>
            </a:r>
          </a:p>
          <a:p>
            <a:r>
              <a:rPr lang="en-US" dirty="0"/>
              <a:t>process in the backend.</a:t>
            </a:r>
          </a:p>
        </p:txBody>
      </p:sp>
    </p:spTree>
    <p:extLst>
      <p:ext uri="{BB962C8B-B14F-4D97-AF65-F5344CB8AC3E}">
        <p14:creationId xmlns:p14="http://schemas.microsoft.com/office/powerpoint/2010/main" val="1158803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9F041-E750-3E06-2842-DACE289735E4}"/>
              </a:ext>
            </a:extLst>
          </p:cNvPr>
          <p:cNvSpPr>
            <a:spLocks noGrp="1"/>
          </p:cNvSpPr>
          <p:nvPr>
            <p:ph type="title"/>
          </p:nvPr>
        </p:nvSpPr>
        <p:spPr/>
        <p:txBody>
          <a:bodyPr/>
          <a:lstStyle/>
          <a:p>
            <a:r>
              <a:rPr lang="en-US" dirty="0"/>
              <a:t>Switching AI providers</a:t>
            </a:r>
          </a:p>
        </p:txBody>
      </p:sp>
      <p:sp>
        <p:nvSpPr>
          <p:cNvPr id="3" name="Content Placeholder 2">
            <a:extLst>
              <a:ext uri="{FF2B5EF4-FFF2-40B4-BE49-F238E27FC236}">
                <a16:creationId xmlns:a16="http://schemas.microsoft.com/office/drawing/2014/main" id="{1A7D381E-1DFC-0595-3EA7-8FCE34B25FC9}"/>
              </a:ext>
            </a:extLst>
          </p:cNvPr>
          <p:cNvSpPr>
            <a:spLocks noGrp="1"/>
          </p:cNvSpPr>
          <p:nvPr>
            <p:ph idx="1"/>
          </p:nvPr>
        </p:nvSpPr>
        <p:spPr/>
        <p:txBody>
          <a:bodyPr>
            <a:normAutofit fontScale="92500" lnSpcReduction="10000"/>
          </a:bodyPr>
          <a:lstStyle/>
          <a:p>
            <a:r>
              <a:rPr lang="en-US" dirty="0"/>
              <a:t>The AI landscape is very fluid – good new stuff coming out all the time, but also not very strong promises about how long old stuff will be supported</a:t>
            </a:r>
          </a:p>
          <a:p>
            <a:r>
              <a:rPr lang="en-US" dirty="0"/>
              <a:t>Current costs are very subsidized by investment money – the time will come when venders are looking to exploit lock in start turning a profit</a:t>
            </a:r>
          </a:p>
          <a:p>
            <a:r>
              <a:rPr lang="en-US" dirty="0"/>
              <a:t>You will generally want the freedom to easily switch out the LLM you are using.  This is not usually super hard to do (standard stuff like Java interfaces).  But it can be worth it to understand what is standard and what is API specific</a:t>
            </a:r>
          </a:p>
          <a:p>
            <a:r>
              <a:rPr lang="en-US" dirty="0"/>
              <a:t>BUT expect a lot of the prompt tuning you did to at minimum need to be retested and in some cases redone</a:t>
            </a:r>
          </a:p>
        </p:txBody>
      </p:sp>
    </p:spTree>
    <p:extLst>
      <p:ext uri="{BB962C8B-B14F-4D97-AF65-F5344CB8AC3E}">
        <p14:creationId xmlns:p14="http://schemas.microsoft.com/office/powerpoint/2010/main" val="646690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C0F0D-F6AA-47BD-B715-4A620F6B17FA}"/>
              </a:ext>
            </a:extLst>
          </p:cNvPr>
          <p:cNvSpPr>
            <a:spLocks noGrp="1"/>
          </p:cNvSpPr>
          <p:nvPr>
            <p:ph type="title"/>
          </p:nvPr>
        </p:nvSpPr>
        <p:spPr/>
        <p:txBody>
          <a:bodyPr/>
          <a:lstStyle/>
          <a:p>
            <a:r>
              <a:rPr lang="en-US" dirty="0"/>
              <a:t>Slowness</a:t>
            </a:r>
          </a:p>
        </p:txBody>
      </p:sp>
      <p:sp>
        <p:nvSpPr>
          <p:cNvPr id="3" name="Content Placeholder 2">
            <a:extLst>
              <a:ext uri="{FF2B5EF4-FFF2-40B4-BE49-F238E27FC236}">
                <a16:creationId xmlns:a16="http://schemas.microsoft.com/office/drawing/2014/main" id="{1DD07A9F-7DE6-659D-2448-02052D190B7B}"/>
              </a:ext>
            </a:extLst>
          </p:cNvPr>
          <p:cNvSpPr>
            <a:spLocks noGrp="1"/>
          </p:cNvSpPr>
          <p:nvPr>
            <p:ph idx="1"/>
          </p:nvPr>
        </p:nvSpPr>
        <p:spPr/>
        <p:txBody>
          <a:bodyPr/>
          <a:lstStyle/>
          <a:p>
            <a:r>
              <a:rPr lang="en-US" dirty="0"/>
              <a:t>LLM interactions are not very fast from a real-time perspective, though some are significantly faster than others</a:t>
            </a:r>
          </a:p>
          <a:p>
            <a:r>
              <a:rPr lang="en-US" dirty="0"/>
              <a:t>Smaller models are cheaper but not usually faster</a:t>
            </a:r>
          </a:p>
          <a:p>
            <a:r>
              <a:rPr lang="en-US" dirty="0"/>
              <a:t>Better reasoning models are even slower</a:t>
            </a:r>
          </a:p>
          <a:p>
            <a:r>
              <a:rPr lang="en-US" dirty="0"/>
              <a:t>As a result, there often is a desire to process LLM responses as a stream.  APIs support this, but it tends to greatly complicate your processing (</a:t>
            </a:r>
            <a:r>
              <a:rPr lang="en-US" dirty="0" err="1"/>
              <a:t>wanna</a:t>
            </a:r>
            <a:r>
              <a:rPr lang="en-US" dirty="0"/>
              <a:t> parse a partly complete JSON object anybody?)</a:t>
            </a:r>
          </a:p>
          <a:p>
            <a:endParaRPr lang="en-US" dirty="0"/>
          </a:p>
        </p:txBody>
      </p:sp>
    </p:spTree>
    <p:extLst>
      <p:ext uri="{BB962C8B-B14F-4D97-AF65-F5344CB8AC3E}">
        <p14:creationId xmlns:p14="http://schemas.microsoft.com/office/powerpoint/2010/main" val="2523723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CA5A0-BBD1-D23F-70BA-7EF3EFD5E13B}"/>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A69C01F0-772B-3A30-702F-73705E0FC9CF}"/>
              </a:ext>
            </a:extLst>
          </p:cNvPr>
          <p:cNvSpPr>
            <a:spLocks noGrp="1"/>
          </p:cNvSpPr>
          <p:nvPr>
            <p:ph idx="1"/>
          </p:nvPr>
        </p:nvSpPr>
        <p:spPr/>
        <p:txBody>
          <a:bodyPr/>
          <a:lstStyle/>
          <a:p>
            <a:r>
              <a:rPr lang="en-US" dirty="0"/>
              <a:t>Easy for the AI to get overwhelmed on complicated prompts.  Break it down carefully, push all you can into ordinary code, and test </a:t>
            </a:r>
            <a:r>
              <a:rPr lang="en-US" dirty="0" err="1"/>
              <a:t>test</a:t>
            </a:r>
            <a:r>
              <a:rPr lang="en-US" dirty="0"/>
              <a:t> </a:t>
            </a:r>
            <a:r>
              <a:rPr lang="en-US" dirty="0" err="1"/>
              <a:t>test</a:t>
            </a:r>
            <a:r>
              <a:rPr lang="en-US" dirty="0"/>
              <a:t>!</a:t>
            </a:r>
          </a:p>
          <a:p>
            <a:r>
              <a:rPr lang="en-US" dirty="0"/>
              <a:t>AI is inherently unreliable.  When you design your system, you have to know how you plan </a:t>
            </a:r>
            <a:r>
              <a:rPr lang="en-US"/>
              <a:t>to recover.</a:t>
            </a:r>
          </a:p>
          <a:p>
            <a:endParaRPr lang="en-US" dirty="0"/>
          </a:p>
          <a:p>
            <a:endParaRPr lang="en-US" dirty="0"/>
          </a:p>
        </p:txBody>
      </p:sp>
    </p:spTree>
    <p:extLst>
      <p:ext uri="{BB962C8B-B14F-4D97-AF65-F5344CB8AC3E}">
        <p14:creationId xmlns:p14="http://schemas.microsoft.com/office/powerpoint/2010/main" val="2445638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1844</TotalTime>
  <Words>792</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When LLMs are required for your service call</vt:lpstr>
      <vt:lpstr>Large and complicated queries</vt:lpstr>
      <vt:lpstr>A prompt with multiple steps is not a computer program</vt:lpstr>
      <vt:lpstr>AI vs. Non-AI reasoning</vt:lpstr>
      <vt:lpstr>PowerPoint Presentation</vt:lpstr>
      <vt:lpstr>Dynamic prompts to ease the load</vt:lpstr>
      <vt:lpstr>Discovering your own bugs</vt:lpstr>
      <vt:lpstr>Dealing with unreliability</vt:lpstr>
      <vt:lpstr>Validate and ignore or retry</vt:lpstr>
      <vt:lpstr>Switching AI providers</vt:lpstr>
      <vt:lpstr>Slowness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Hewner, Mike</dc:creator>
  <cp:lastModifiedBy>Hewner, Mike</cp:lastModifiedBy>
  <cp:revision>1</cp:revision>
  <dcterms:created xsi:type="dcterms:W3CDTF">2025-10-15T17:31:43Z</dcterms:created>
  <dcterms:modified xsi:type="dcterms:W3CDTF">2025-10-22T12:58:52Z</dcterms:modified>
</cp:coreProperties>
</file>